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</p:sldIdLst>
  <p:sldSz cx="7561580" cy="10688955"/>
  <p:notesSz cx="10688955" cy="756158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0" cy="10689336"/>
          </a:xfrm>
          <a:prstGeom prst="rect">
            <a:avLst/>
          </a:prstGeom>
          <a:solidFill>
            <a:srgbClr val="F7F9FA"/>
          </a:solidFill>
        </p:spPr>
      </p:sp>
      <p:sp>
        <p:nvSpPr>
          <p:cNvPr id="3" name="Text 1"/>
          <p:cNvSpPr/>
          <p:nvPr/>
        </p:nvSpPr>
        <p:spPr>
          <a:xfrm>
            <a:off x="274320" y="45720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F2937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赵博洋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201168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B82F6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新媒体运营 / 内容运营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097280"/>
            <a:ext cx="201168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B5563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懂心理学的爆款制造者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274320" y="1463040"/>
            <a:ext cx="201168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</a:rPr>
              <a:t>个人信息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2011680" cy="1371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</a:rPr>
              <a:t>2003.08.01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965960"/>
            <a:ext cx="2011680" cy="1371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</a:rPr>
              <a:t>17539817059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74320" y="2148840"/>
            <a:ext cx="2011680" cy="1371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</a:rPr>
              <a:t>1547548860@qq.com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74320" y="2331720"/>
            <a:ext cx="2011680" cy="1371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</a:rPr>
              <a:t>上海市宝山区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2743200"/>
            <a:ext cx="201168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</a:rPr>
              <a:t>教育背景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4320" y="3063240"/>
            <a:ext cx="2011680" cy="1371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2937"/>
                </a:solidFill>
              </a:rPr>
              <a:t>河南师范大学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4320" y="3246120"/>
            <a:ext cx="2011680" cy="1371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</a:rPr>
              <a:t>心理学 | 本科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74320" y="3429000"/>
            <a:ext cx="2011680" cy="1371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2021.09 - 2025.06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74320" y="3657600"/>
            <a:ext cx="201168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</a:rPr>
              <a:t>专业技能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74320" y="3977640"/>
            <a:ext cx="2011680" cy="1371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2937"/>
                </a:solidFill>
              </a:rPr>
              <a:t>软件运用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74320" y="4160520"/>
            <a:ext cx="2011680" cy="58547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</a:rPr>
              <a:t>DaVinci Resolve、Adobe 系列、Studio One、剪映、SPSS、E-prime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4320" y="4745736"/>
            <a:ext cx="2011680" cy="1371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2937"/>
                </a:solidFill>
              </a:rPr>
              <a:t>音乐与语言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74320" y="4928616"/>
            <a:ext cx="2011680" cy="16459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</a:rPr>
              <a:t>架子鼓（十级）、钢琴、CET-6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74320" y="5184648"/>
            <a:ext cx="2011680" cy="1371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2937"/>
                </a:solidFill>
              </a:rPr>
              <a:t>综合能力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74320" y="5367528"/>
            <a:ext cx="2011680" cy="16459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</a:rPr>
              <a:t>优秀的公众演讲与统筹能力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74320" y="5623560"/>
            <a:ext cx="2011680" cy="1371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</a:rPr>
              <a:t>AIGC</a:t>
            </a:r>
            <a:r>
              <a:rPr lang="en-US" sz="1000" b="1" dirty="0">
                <a:solidFill>
                  <a:srgbClr val="1F2937"/>
                </a:solidFill>
              </a:rPr>
              <a:t>探索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74320" y="5806440"/>
            <a:ext cx="2011680" cy="3291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</a:rPr>
              <a:t>ollama 本地部署，积极探索 ChatGPT、Sora 等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743200" y="457200"/>
            <a:ext cx="44805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</a:rPr>
              <a:t>核心优势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743200" y="777240"/>
            <a:ext cx="4480560" cy="3291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F2937"/>
                </a:solidFill>
              </a:rPr>
              <a:t>从 0 到 1 账号孵化  |  </a:t>
            </a:r>
            <a:r>
              <a:rPr lang="en-US" sz="1000" dirty="0">
                <a:solidFill>
                  <a:srgbClr val="4B5563"/>
                </a:solidFill>
              </a:rPr>
              <a:t>独立完成抖音冷启动，累计获取42.1万粉丝。打造出单条播放破千万爆款视频，成功实现变现。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743200" y="1216152"/>
            <a:ext cx="4480560" cy="3291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F2937"/>
                </a:solidFill>
              </a:rPr>
              <a:t>长短视频制作  |  </a:t>
            </a:r>
            <a:r>
              <a:rPr lang="en-US" sz="1000" dirty="0">
                <a:solidFill>
                  <a:srgbClr val="4B5563"/>
                </a:solidFill>
              </a:rPr>
              <a:t>具备 B 站长线叙事能力（无推流 Vlog 获 4.5 万播放）。熟练使用 DaVinci/剪映，熟悉 Sora 等 AI 工具。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743200" y="1655064"/>
            <a:ext cx="4480560" cy="3291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F2937"/>
                </a:solidFill>
              </a:rPr>
              <a:t>社群运营与维护  |  </a:t>
            </a:r>
            <a:r>
              <a:rPr lang="en-US" sz="1000" dirty="0">
                <a:solidFill>
                  <a:srgbClr val="4B5563"/>
                </a:solidFill>
              </a:rPr>
              <a:t>协助管理百万粉网红社群，具突发事件处理能力。化解社群意见分歧，维护良好氛围。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743200" y="2093976"/>
            <a:ext cx="4480560" cy="3291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F2937"/>
                </a:solidFill>
              </a:rPr>
              <a:t>数据分析与洞察  |  </a:t>
            </a:r>
            <a:r>
              <a:rPr lang="en-US" sz="1000" dirty="0">
                <a:solidFill>
                  <a:srgbClr val="4B5563"/>
                </a:solidFill>
              </a:rPr>
              <a:t>心理学背景，熟练使用 SPSS 进行数据分析。曾通过 A/B 测试量化分析配乐对受众情绪的影响。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743200" y="2624328"/>
            <a:ext cx="44805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</a:rPr>
              <a:t>项目与工作经历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743200" y="2944368"/>
            <a:ext cx="283464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2937"/>
                </a:solidFill>
              </a:rPr>
              <a:t>抖音平台 / 泛二次元内容创作者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577840" y="2944368"/>
            <a:ext cx="164592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</a:rPr>
              <a:t>2019.05 - 2021.01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743200" y="3127248"/>
            <a:ext cx="448056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B5563"/>
                </a:solidFill>
              </a:rPr>
              <a:t>个人项目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834640" y="3328416"/>
            <a:ext cx="4389120" cy="3291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4B5563"/>
                </a:solidFill>
              </a:rPr>
              <a:t>• 爆款策划: </a:t>
            </a:r>
            <a:r>
              <a:rPr lang="en-US" sz="900" dirty="0">
                <a:solidFill>
                  <a:srgbClr val="4B5563"/>
                </a:solidFill>
              </a:rPr>
              <a:t>预测 ACG 圈层“转生类”题材热度，结合卡点剪辑，产出两条播放破千万、点赞破百万视频。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834640" y="3703320"/>
            <a:ext cx="4389120" cy="3291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4B5563"/>
                </a:solidFill>
              </a:rPr>
              <a:t>• 账号变现: </a:t>
            </a:r>
            <a:r>
              <a:rPr lang="en-US" sz="900" dirty="0">
                <a:solidFill>
                  <a:srgbClr val="4B5563"/>
                </a:solidFill>
              </a:rPr>
              <a:t>从 0 到 1 完成账号定位和内容迭代，积累粉丝 42.1 万。后续成功将账号转手变现。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743200" y="4215384"/>
            <a:ext cx="283464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</a:rPr>
              <a:t>B </a:t>
            </a:r>
            <a:r>
              <a:rPr lang="en-US" sz="1050" b="1" dirty="0">
                <a:solidFill>
                  <a:srgbClr val="1F2937"/>
                </a:solidFill>
              </a:rPr>
              <a:t>站 / 中长视频与垂直社区创作者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577840" y="4215384"/>
            <a:ext cx="164592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</a:rPr>
              <a:t>2022.09 - 至今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743200" y="4398264"/>
            <a:ext cx="448056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B5563"/>
                </a:solidFill>
              </a:rPr>
              <a:t>个人项目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2834640" y="4599432"/>
            <a:ext cx="4389120" cy="3291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4B5563"/>
                </a:solidFill>
              </a:rPr>
              <a:t>• 长线叙事: </a:t>
            </a:r>
            <a:r>
              <a:rPr lang="en-US" sz="900" dirty="0">
                <a:solidFill>
                  <a:srgbClr val="4B5563"/>
                </a:solidFill>
              </a:rPr>
              <a:t>策划、拍摄并剪辑 28 分钟 Vlog。无官方推荐下单条获 4.5 万播放，转化 300+ 关注。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834640" y="4974336"/>
            <a:ext cx="4389120" cy="3291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4B5563"/>
                </a:solidFill>
              </a:rPr>
              <a:t>• 垂直吸粉: </a:t>
            </a:r>
            <a:r>
              <a:rPr lang="en-US" sz="900" dirty="0">
                <a:solidFill>
                  <a:srgbClr val="4B5563"/>
                </a:solidFill>
              </a:rPr>
              <a:t>针对音乐/ACG 区受众，发布架子鼓翻奏视频。3 条视频获得 2 万+ 播放。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743200" y="5486400"/>
            <a:ext cx="283464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2937"/>
                </a:solidFill>
              </a:rPr>
              <a:t>“小兰花”（百万级网红）团队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577840" y="5486400"/>
            <a:ext cx="164592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</a:rPr>
              <a:t>2024.01 - 2024.12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743200" y="5669280"/>
            <a:ext cx="448056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B5563"/>
                </a:solidFill>
              </a:rPr>
              <a:t>社群管理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2834640" y="5870448"/>
            <a:ext cx="4389120" cy="3291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4B5563"/>
                </a:solidFill>
              </a:rPr>
              <a:t>• 粉丝维系: </a:t>
            </a:r>
            <a:r>
              <a:rPr lang="en-US" sz="900" dirty="0">
                <a:solidFill>
                  <a:srgbClr val="4B5563"/>
                </a:solidFill>
              </a:rPr>
              <a:t>担任百万粉博主群管，负责抛出日常话题、引导讨论并维系主要粉丝关系。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834640" y="6245352"/>
            <a:ext cx="4389120" cy="3291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4B5563"/>
                </a:solidFill>
              </a:rPr>
              <a:t>• 危机控制: </a:t>
            </a:r>
            <a:r>
              <a:rPr lang="en-US" sz="900" dirty="0">
                <a:solidFill>
                  <a:srgbClr val="4B5563"/>
                </a:solidFill>
              </a:rPr>
              <a:t>处理直播间封禁引发的风波，协同博主发布声明，2小时内平息。调解新老粉丝冲突。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743200" y="6757416"/>
            <a:ext cx="44805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</a:rPr>
              <a:t>校园经历与荣誉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2743200" y="7077456"/>
            <a:ext cx="283464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2937"/>
                </a:solidFill>
              </a:rPr>
              <a:t>新媒体账号“河师大教育学部”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577840" y="7077456"/>
            <a:ext cx="164592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</a:rPr>
              <a:t>2021.09 - 2024.05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2743200" y="7260336"/>
            <a:ext cx="448056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B5563"/>
                </a:solidFill>
              </a:rPr>
              <a:t>运营统筹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2834640" y="7461504"/>
            <a:ext cx="4389120" cy="16459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</a:rPr>
              <a:t>• </a:t>
            </a:r>
            <a:r>
              <a:rPr lang="en-US" sz="900" dirty="0">
                <a:solidFill>
                  <a:srgbClr val="4B5563"/>
                </a:solidFill>
              </a:rPr>
              <a:t>审核视频脚本、指导拍摄并把控最终成片质量。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2834640" y="7671816"/>
            <a:ext cx="4389120" cy="16459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</a:rPr>
              <a:t>• </a:t>
            </a:r>
            <a:r>
              <a:rPr lang="en-US" sz="900" dirty="0">
                <a:solidFill>
                  <a:srgbClr val="4B5563"/>
                </a:solidFill>
              </a:rPr>
              <a:t>结合高考热点策划学部宣传片，取得年度最佳曝光。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2743200" y="8019288"/>
            <a:ext cx="283464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2937"/>
                </a:solidFill>
              </a:rPr>
              <a:t>校级宣传视频《百年征程》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577840" y="8019288"/>
            <a:ext cx="164592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</a:rPr>
              <a:t>2023.05 - 2023.07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2743200" y="8202168"/>
            <a:ext cx="448056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B5563"/>
                </a:solidFill>
              </a:rPr>
              <a:t>后期制作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2834640" y="8403336"/>
            <a:ext cx="4389120" cy="3291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</a:rPr>
              <a:t>• </a:t>
            </a:r>
            <a:r>
              <a:rPr lang="en-US" sz="900" dirty="0">
                <a:solidFill>
                  <a:srgbClr val="4B5563"/>
                </a:solidFill>
              </a:rPr>
              <a:t>使用 Adobe AE 制作特效，DaVinci Resolve 调色。作品获校级特等奖。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2743200" y="8915400"/>
            <a:ext cx="283464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2937"/>
                </a:solidFill>
              </a:rPr>
              <a:t>“游戏配乐与玩家情绪”研究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5577840" y="8915400"/>
            <a:ext cx="164592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</a:rPr>
              <a:t>2022.01 - 2024.05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2743200" y="9098280"/>
            <a:ext cx="448056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B5563"/>
                </a:solidFill>
              </a:rPr>
              <a:t>大创项目（组长）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2834640" y="9299448"/>
            <a:ext cx="4389120" cy="16459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</a:rPr>
              <a:t>• </a:t>
            </a:r>
            <a:r>
              <a:rPr lang="en-US" sz="900" dirty="0">
                <a:solidFill>
                  <a:srgbClr val="4B5563"/>
                </a:solidFill>
              </a:rPr>
              <a:t>设计测试情境，通过定量分析得出3节拍快节奏配乐更能激发玩家情绪的结论。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2743200" y="9646920"/>
            <a:ext cx="283464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2937"/>
                </a:solidFill>
              </a:rPr>
              <a:t>心理教师（实习）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5577840" y="9646920"/>
            <a:ext cx="164592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</a:rPr>
              <a:t>2024.02 - 2024.06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2743200" y="9829800"/>
            <a:ext cx="448056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B5563"/>
                </a:solidFill>
              </a:rPr>
              <a:t>郑州实验外国语学校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2834640" y="10030968"/>
            <a:ext cx="4389120" cy="3291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</a:rPr>
              <a:t>• </a:t>
            </a:r>
            <a:r>
              <a:rPr lang="en-US" sz="900" dirty="0">
                <a:solidFill>
                  <a:srgbClr val="4B5563"/>
                </a:solidFill>
              </a:rPr>
              <a:t>处理学生抑郁倾向等事件。因授课效果良好，第二周被委任负责 20 个班的教学。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1219</Words>
  <Application>WPS Presentation</Application>
  <PresentationFormat>On-screen Show (16:9)</PresentationFormat>
  <Paragraphs>120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4" baseType="lpstr">
      <vt:lpstr>Arial</vt:lpstr>
      <vt:lpstr>SimSun</vt:lpstr>
      <vt:lpstr>Wingdings</vt:lpstr>
      <vt:lpstr>Arial</vt:lpstr>
      <vt:lpstr>Arial</vt:lpstr>
      <vt:lpstr>SimSun</vt:lpstr>
      <vt:lpstr>汉仪书宋二KW</vt:lpstr>
      <vt:lpstr>Calibri</vt:lpstr>
      <vt:lpstr>Helvetica Neue</vt:lpstr>
      <vt:lpstr>Microsoft YaHei</vt:lpstr>
      <vt:lpstr>汉仪旗黑</vt:lpstr>
      <vt:lpstr>Arial Unicode MS</vt:lpstr>
      <vt:lpstr>Office Theme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张智威</cp:lastModifiedBy>
  <cp:revision>2</cp:revision>
  <dcterms:created xsi:type="dcterms:W3CDTF">2026-03-22T10:02:30Z</dcterms:created>
  <dcterms:modified xsi:type="dcterms:W3CDTF">2026-03-22T10:02:30Z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2A0DEFAC22B7647836BEBF694C433A35_42</vt:lpwstr>
  </property>
  <property fmtid="{D5CDD505-2E9C-101B-9397-08002B2CF9AE}" pid="3" name="KSOProductBuildVer">
    <vt:lpwstr>1033-12.1.25205.25205</vt:lpwstr>
  </property>
</Properties>
</file>