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10689336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赵博洋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新媒体运营 / 内容运营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懂心理学的爆款制造者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联系方式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17539817059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965960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1547548860@qq.com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148840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上海市宝山区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331720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2003.08.01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27432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教育背景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3063240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河南师范大学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3246120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心理学 | 本科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3429000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2021.09 - 2025.06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4320" y="3657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专业技能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3977640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软件运用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416052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DaVinci Resolve、Adobe 系列、Studio One、剪映、SPSS、E-prime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4745736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音乐与语言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92861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架子鼓（十级）、钢琴、CET-6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5184648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综合能力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536752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优秀的公众演讲与统筹能力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5623560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AIGC探索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58064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ollama 本地部署，积极探索 ChatGPT、Sora 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0" y="4572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核心优势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0" y="77724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F2937"/>
                </a:solidFill>
              </a:rPr>
              <a:t>从 0 到 1 账号孵化  | 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独立完成抖音冷启动，累计获取42.1万粉丝。打造出单条播放破千万爆款视频，成功实现变现。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0" y="117957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F2937"/>
                </a:solidFill>
              </a:rPr>
              <a:t>长短视频制作  | 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具备 B 站长线叙事能力（无推流 Vlog 获 4.5 万播放）。熟练使用 DaVinci/剪映，熟悉 Sora 等 AI 工具。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0" y="158191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F2937"/>
                </a:solidFill>
              </a:rPr>
              <a:t>社群运营与维护  | 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协助管理百万粉网红社群，具突发事件处理能力。化解社群意见分歧，维护良好氛围。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0" y="198424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F2937"/>
                </a:solidFill>
              </a:rPr>
              <a:t>数据分析与洞察  | 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心理学背景，熟练使用 SPSS 进行数据分析。曾通过 A/B 测试量化分析配乐对受众情绪的影响。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0" y="2478024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项目与工作经历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743200" y="279806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抖音平台 / 泛二次元内容创作者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77840" y="279806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2019.05 - 2021.01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0" y="2980944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</a:rPr>
              <a:t>个人项目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834640" y="318211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• 爆款策划: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预测 ACG 圈层“转生类”题材热度，结合卡点剪辑，产出两条播放破千万、点赞破百万视频。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34640" y="3557016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• 账号变现: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从 0 到 1 完成账号定位和内容迭代，积累粉丝 42.1 万。后续成功将账号转手变现。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0" y="406908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B 站 / 中长视频与垂直社区创作者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77840" y="40690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2022.09 - 至今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0" y="425196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</a:rPr>
              <a:t>个人项目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834640" y="445312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• 长线叙事: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策划、拍摄并剪辑 28 分钟 Vlog。无官方推荐下单条获 4.5 万播放，转化 300+ 关注。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34640" y="482803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• 垂直吸粉: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针对音乐/ACG 区受众，发布架子鼓翻奏视频。3 条视频获得 2 万+ 播放。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0" y="534009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“小兰花”（百万级网红）团队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577840" y="53400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2024.01 - 2024.12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0" y="5522976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</a:rPr>
              <a:t>社群管理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834640" y="572414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• 粉丝维系: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担任百万粉博主群管，负责抛出日常话题、引导讨论并维系主要粉丝关系。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34640" y="609904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• 危机控制: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处理直播间封禁引发的风波，协同博主发布声明，2小时内平息。调解新老粉丝冲突。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0" y="6611112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校园经历与荣誉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2743200" y="693115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新媒体账号“河师大教育学部”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577840" y="69311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2021.09 - 2024.05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0" y="7114032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</a:rPr>
              <a:t>运营统筹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834640" y="7315200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•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审核视频脚本、指导拍摄并把控最终成片质量。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834640" y="752551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•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结合高考热点策划学部宣传片，取得年度最佳曝光。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43200" y="787298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校级宣传视频《百年征程》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577840" y="787298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2023.05 - 2023.07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743200" y="8055864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</a:rPr>
              <a:t>后期制作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834640" y="825703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•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使用 Adobe AE 制作特效，DaVinci Resolve 调色。作品获校级特等奖。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743200" y="876909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“游戏配乐与玩家情绪”研究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577840" y="87690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2022.01 - 2024.05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743200" y="8951976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</a:rPr>
              <a:t>大创项目（组长）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834640" y="9153144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•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设计测试情境，通过定量分析得出3节拍快节奏配乐更能激发玩家情绪的结论。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743200" y="950061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心理教师（实习）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577840" y="950061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2024.02 - 2024.06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743200" y="9683496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</a:rPr>
              <a:t>郑州实验外国语学校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834640" y="988466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•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处理学生抑郁倾向等事件。因授课效果良好，第二周被委任负责 20 个班的教学。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2026-03-22T09:44:14Z</dcterms:created>
  <dcterms:modified xsi:type="dcterms:W3CDTF">2026-03-22T09:44:14Z</dcterms:modified>
</cp:coreProperties>
</file>